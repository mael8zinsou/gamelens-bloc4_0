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D02   ·   00:20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D03   ·   00:50   ·   C4.1.1   ·   criteres 1,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D04   ·   01:50   ·   C4.1.1   ·   criteres 5,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D05   ·   02:40   ·   C4.1.1   ·   criteres 3,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D06   ·   03:20   ·   C4.1.2   ·   criteres 6,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D07   ·   04:30   ·   C4.1.2   ·   criteres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D08   ·   05:20   ·   C4.1.2   ·   criteres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D09   ·   06:20   ·   C4.2.1   ·   criteres 10,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   ·   07:30   ·   C4.2.1   ·   criteres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D10r   ·   07:30   ·   C4.2.1   ·   criteres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D11   ·   08:20   ·   C4.2.1   ·   criteres 10,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D12   ·   09:20   ·   C4.2.2   ·   criteres 13, 14,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D13   ·   09:50   ·   C4.2.2   ·   criteres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D14   ·   11:10   ·   C4.1.1   ·   criteres 1,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   ·   11:50   ·   C4.2.2   ·   criteres 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D15r   ·   11:50   ·   C4.2.2   ·   criteres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D16   ·   13:10   ·   C4.2.2   ·   criteres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D17   ·   14:10   ·   C4.2.2   ·   criteres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D18   ·   15:30   ·   C4.2.3   ·   criteres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9597"/>
            <a:ext cx="10874959" cy="3652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D19   ·   16:50   ·   C4.2.3   ·   criteres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D20   ·   18:00   ·   C4.3.1   ·   criteres 17,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   ·   19:00   ·   C4.3.1   ·   criteres 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D21r   ·   19:00   ·   C4.3.1   ·   criteres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D22   ·   20:00   ·   C4.3.1   ·   criteres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D23   ·   21:00   ·   C4.3.2   ·   criteres 21, 22,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D24   ·   22:00   ·   C4.3.2   ·   criteres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D25   ·   23:00   ·   C4.3.3   ·   criteres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D26   ·   24:00   ·   C4.4.1   ·   criteres 26,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D27   ·   24:45   ·   C4.4.1   ·   criteres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D28   ·   25:30   ·   C4.4.2   ·   criteres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D29   ·   26:30   ·   C4.4.2   ·   criteres 29, 30,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625449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D30   ·   27:30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